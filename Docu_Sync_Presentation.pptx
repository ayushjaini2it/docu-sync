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Docu-Sync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The Next-Gen Collaborative Editor</a:t>
            </a:r>
          </a:p>
          <a:p>
            <a:r>
              <a:t>Real-Time Sync, Version Control &amp; Time-Travel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The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Need for highly concurrent, version-controlled real-time editing.</a:t>
            </a:r>
          </a:p>
          <a:p>
            <a:pPr>
              <a:spcAft>
                <a:spcPts val="1400"/>
              </a:spcAft>
            </a:pPr>
            <a:r>
              <a:t>Traditional editors fail at maintaining granular history.</a:t>
            </a:r>
          </a:p>
          <a:p>
            <a:pPr>
              <a:spcAft>
                <a:spcPts val="1400"/>
              </a:spcAft>
            </a:pPr>
            <a:r>
              <a:t>Merging simultaneous edits often leads to conflicts and data loss.</a:t>
            </a:r>
          </a:p>
          <a:p>
            <a:pPr>
              <a:spcAft>
                <a:spcPts val="1400"/>
              </a:spcAft>
            </a:pPr>
            <a:r>
              <a:t>Lack of 'time-travel' to revert complex changes seamlessly.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Our Solution: Docu-Sync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A Google Docs-style rich text editor built for the modern web.</a:t>
            </a:r>
          </a:p>
          <a:p>
            <a:pPr>
              <a:spcAft>
                <a:spcPts val="1400"/>
              </a:spcAft>
            </a:pPr>
            <a:r>
              <a:t>Features a 'Git-like' versioning system for document states.</a:t>
            </a:r>
          </a:p>
          <a:p>
            <a:pPr>
              <a:spcAft>
                <a:spcPts val="1400"/>
              </a:spcAft>
            </a:pPr>
            <a:r>
              <a:t>Powered by CRDTs (Conflict-free Replicated Data Types) for zero-conflict synchronization.</a:t>
            </a:r>
          </a:p>
          <a:p>
            <a:pPr>
              <a:spcAft>
                <a:spcPts val="1400"/>
              </a:spcAft>
            </a:pPr>
            <a:r>
              <a:t>Allows real-time visual diff-tracking and user presence.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Key Features - Phased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Phase 1: Real-Time Foundation (Zero-conflict editing with Yjs &amp; WebRTC)</a:t>
            </a:r>
          </a:p>
          <a:p>
            <a:pPr>
              <a:spcAft>
                <a:spcPts val="1400"/>
              </a:spcAft>
            </a:pPr>
            <a:r>
              <a:t>Phase 2: Visual Diff-Tracking (Real-time user cursors and presence via Yjs Awareness)</a:t>
            </a:r>
          </a:p>
          <a:p>
            <a:pPr>
              <a:spcAft>
                <a:spcPts val="1400"/>
              </a:spcAft>
            </a:pPr>
            <a:r>
              <a:t>Phase 3: Snapshotting &amp; Time-Travel (Save &amp; restore history like Git branches)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Frontend: Vite + React + Vanilla CSS (Premium, responsive US/UX)</a:t>
            </a:r>
          </a:p>
          <a:p>
            <a:pPr>
              <a:spcAft>
                <a:spcPts val="1400"/>
              </a:spcAft>
            </a:pPr>
            <a:r>
              <a:t>Core Editor: React-Quill for rich text manipulation</a:t>
            </a:r>
          </a:p>
          <a:p>
            <a:pPr>
              <a:spcAft>
                <a:spcPts val="1400"/>
              </a:spcAft>
            </a:pPr>
            <a:r>
              <a:t>Sync Engine: Yjs CRDT over WebRTC/WebSockets for decentralized sync</a:t>
            </a:r>
          </a:p>
          <a:p>
            <a:pPr>
              <a:spcAft>
                <a:spcPts val="1400"/>
              </a:spcAft>
            </a:pPr>
            <a:r>
              <a:t>Storage: LocalStorage &amp; Firebase for snapshot persistence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Under the Hood: The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1. Interception: React-Quill captures keystrokes and generates fractional 'Delta' updates.</a:t>
            </a:r>
          </a:p>
          <a:p>
            <a:pPr>
              <a:spcAft>
                <a:spcPts val="1400"/>
              </a:spcAft>
            </a:pPr>
            <a:r>
              <a:t>2. CRDT Encoding: Yjs (y-quill) mathematically encodes these Deltas into conflict-free binary states.</a:t>
            </a:r>
          </a:p>
          <a:p>
            <a:pPr>
              <a:spcAft>
                <a:spcPts val="1400"/>
              </a:spcAft>
            </a:pPr>
            <a:r>
              <a:t>3. Broadcasting: WebRTC/WebSockets instantly blast this state to all connected peers.</a:t>
            </a:r>
          </a:p>
          <a:p>
            <a:pPr>
              <a:spcAft>
                <a:spcPts val="1400"/>
              </a:spcAft>
            </a:pPr>
            <a:r>
              <a:t>4. Seamless Merging: Peers receive the update, Yjs resolves history conflicts automatically, and updates the local UI.</a:t>
            </a:r>
          </a:p>
          <a:p>
            <a:pPr>
              <a:spcAft>
                <a:spcPts val="1400"/>
              </a:spcAft>
            </a:pPr>
            <a:r>
              <a:t>5. Awareness: The Yjs Awareness protocol pushes transient data (like cursor location) independently.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The 'Time-Travel'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Captures complete 'Snapshots' of document states natively using Yjs.</a:t>
            </a:r>
          </a:p>
          <a:p>
            <a:pPr>
              <a:spcAft>
                <a:spcPts val="1400"/>
              </a:spcAft>
            </a:pPr>
            <a:r>
              <a:t>Persists binary updates to Firebase/LocalStorage.</a:t>
            </a:r>
          </a:p>
          <a:p>
            <a:pPr>
              <a:spcAft>
                <a:spcPts val="1400"/>
              </a:spcAft>
            </a:pPr>
            <a:r>
              <a:t>Allows users to instantly jump to previous snapshots without breaking other users' states.</a:t>
            </a:r>
          </a:p>
          <a:p>
            <a:pPr>
              <a:spcAft>
                <a:spcPts val="1400"/>
              </a:spcAft>
            </a:pPr>
            <a:r>
              <a:t>Enables a secure, revertible workspace.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Technical Decision: Yjs vs 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Yjs (CRDT) decentralizes the conflict resolution (peer-to-peer ready).</a:t>
            </a:r>
          </a:p>
          <a:p>
            <a:pPr>
              <a:spcAft>
                <a:spcPts val="1400"/>
              </a:spcAft>
            </a:pPr>
            <a:r>
              <a:t>More scalable and less server-intensive than Operational Transformation (OT).</a:t>
            </a:r>
          </a:p>
          <a:p>
            <a:pPr>
              <a:spcAft>
                <a:spcPts val="1400"/>
              </a:spcAft>
            </a:pPr>
            <a:r>
              <a:t>Offline-first approach by design.</a:t>
            </a:r>
          </a:p>
          <a:p>
            <a:pPr>
              <a:spcAft>
                <a:spcPts val="1400"/>
              </a:spcAft>
            </a:pPr>
            <a:r>
              <a:t>Handles edge cases like concurrent formatting effortlessly.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1400"/>
              </a:spcAft>
            </a:pPr>
            <a:r>
              <a:t>Docu-Sync is ready to revolutionize collaboration.</a:t>
            </a:r>
          </a:p>
          <a:p>
            <a:pPr>
              <a:spcAft>
                <a:spcPts val="1400"/>
              </a:spcAft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