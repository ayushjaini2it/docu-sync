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NEXORA HACKATHON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Problem Statement Title: Creating a Unified Collaborative Workspace with Integrated Version Control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Theme: EdTech / Productivity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PS Category: Software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Team Name: [Insert Team Name Here]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IDEA TITLE - Docu-Sync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Proposed Solution: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A unified platform merging real-time document editing, code execution, and "Time Travel" version control.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Problem Addressed: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The chaos of overwrites: Reverting a mistake in standard tools often deletes your team's parallel work. Docu-Sync isolates edits so you never lose 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Innovation &amp; Uniqueness: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Live Time-Travel: Preview visual additions/deletions from past commits without disrupting peers currently editing.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Dual Engine: Seamlessly supports both Text (Quill) and Code (Monaco) in one architecture.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TECHNICAL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Technologies Used: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Frontend: React, TypeScript, Vite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Sync/Network: Yjs (CRDTs), WebSockets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Editors: Monaco (Code) + Wandbox API, Quill.js (Text)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Backend/Storage: Firebase Auth &amp; Firestore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Methodology: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[ Insert your Mermaid graph or Flowchart image here 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 &lt;--&gt; WebSockets &lt;--&gt; Yjs Engine &lt;--&gt; Browser 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Periodic Commits saved to Firestore Database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FEASIBILITY AND VIABILITY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Feasibility: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Highly scalable: Uses mathematically proven CRDT algorithms (Yjs), backed by serverless Firebase infrastructure.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Challenges &amp; Risks: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Firewalls: Strict networks often block peer-to-peer data channels.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State Bloat: CRDT files grow endlessly over time, slowing down loads.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Overcoming Challenges: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Hybrid Networking: Built-in automatic fallback to centralized WebSockets if P2P fails.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Chunked Storage: Compresses snapshot data via Base64 before writing to Firestore for lightning-fast retrieval.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IMPACT AND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Potential Impact: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Empowers remote students, developers, and researchers to collaborate fearlessly without risking data destruction.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Key Benefits: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Productivity: Write specs and compile code in the exact same browser tab.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Economic/Time: Eliminates time wasted arguing over "who deleted what" or recovering lost paragraphs.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Resilience: Local-first architecture allows teams to keep working even on poor connections.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RESEARCH AND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Core References utilized for building Docu-Sync: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CRDTs: Yjs algorithmic research on Conflict-free Replicated Data Types (https://yjs.dev/)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Networking: Latency minimization &amp; WebSocket handling protocols.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Data Models: Operational Transformation (OT) vs CRDTs for complex rich-text syncing.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Infrastructure: Firebase serverless computing and recursive object hashing.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2026-04-15T13:08:12Z</dcterms:created>
  <dcterms:modified xsi:type="dcterms:W3CDTF">2026-04-15T13:08:12Z</dcterms:modified>
</cp:coreProperties>
</file>